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 Letter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Django Backend Engineer – Data &amp; Performance</a:t>
            </a:r>
          </a:p>
          <a:p>
            <a:r>
              <a:t>Sina Lalehbakhsh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Dear </a:t>
            </a:r>
            <a:r>
              <a:rPr lang="en-US" dirty="0"/>
              <a:t>Stream</a:t>
            </a:r>
            <a:r>
              <a:rPr dirty="0"/>
              <a:t> Manager,</a:t>
            </a:r>
          </a:p>
          <a:p>
            <a:endParaRPr dirty="0"/>
          </a:p>
          <a:p>
            <a:r>
              <a:rPr dirty="0"/>
              <a:t>I am writing to express my interest in the Django Backend Engineer position. I am a results-driven backend engineer with a strong focus on data modeling, Django ORM optimization, and high-performance database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have extensive experience with Python and Django, working on backend architectures focused on clean data structures, optimized queries, and scalable services.</a:t>
            </a:r>
          </a:p>
          <a:p>
            <a:endParaRPr/>
          </a:p>
          <a:p>
            <a:r>
              <a:t>Technologies:</a:t>
            </a:r>
          </a:p>
          <a:p>
            <a:r>
              <a:t>Django, DRF, FastAPI, Linux, Docker, Docker Compose, MySQL, 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Cloud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have completed professional DevOps and Cloud training at Arvan Academy.</a:t>
            </a:r>
          </a:p>
          <a:p>
            <a:endParaRPr/>
          </a:p>
          <a:p>
            <a:r>
              <a:t>• Associate DevOps Engineer</a:t>
            </a:r>
          </a:p>
          <a:p>
            <a:r>
              <a:t>• Foundational Cloud Practitioner</a:t>
            </a:r>
          </a:p>
          <a:p>
            <a:endParaRPr/>
          </a:p>
          <a:p>
            <a:r>
              <a:t>Experienced with CI/CD concepts, Linux systems, and containerized deployments.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&amp;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 actively contribute to open-source and maintain professional repositories.</a:t>
            </a:r>
          </a:p>
          <a:p>
            <a:r>
              <a:rPr dirty="0"/>
              <a:t>Released Projects:</a:t>
            </a:r>
          </a:p>
          <a:p>
            <a:r>
              <a:rPr dirty="0"/>
              <a:t>• git-auto-</a:t>
            </a:r>
            <a:r>
              <a:rPr dirty="0" err="1"/>
              <a:t>django</a:t>
            </a:r>
            <a:r>
              <a:rPr dirty="0"/>
              <a:t> (</a:t>
            </a:r>
            <a:r>
              <a:rPr dirty="0" err="1"/>
              <a:t>PyPI</a:t>
            </a:r>
            <a:r>
              <a:rPr dirty="0"/>
              <a:t>)</a:t>
            </a:r>
          </a:p>
          <a:p>
            <a:r>
              <a:rPr dirty="0"/>
              <a:t>• </a:t>
            </a:r>
            <a:r>
              <a:rPr dirty="0" err="1"/>
              <a:t>AcronProject</a:t>
            </a:r>
            <a:endParaRPr dirty="0"/>
          </a:p>
          <a:p>
            <a:r>
              <a:rPr dirty="0"/>
              <a:t>• push-</a:t>
            </a:r>
            <a:r>
              <a:rPr dirty="0" err="1"/>
              <a:t>py</a:t>
            </a:r>
            <a:endParaRPr dirty="0"/>
          </a:p>
          <a:p>
            <a:endParaRPr dirty="0"/>
          </a:p>
          <a:p>
            <a:r>
              <a:rPr dirty="0"/>
              <a:t>GitHub &amp; </a:t>
            </a:r>
            <a:r>
              <a:rPr dirty="0" err="1"/>
              <a:t>PyPI</a:t>
            </a:r>
            <a:r>
              <a:rPr dirty="0"/>
              <a:t> presence focused on automation and backend tooling.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 Impact &amp; Creative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 in visual communication and graphic design.</a:t>
            </a:r>
          </a:p>
          <a:p>
            <a:endParaRPr/>
          </a:p>
          <a:p>
            <a:r>
              <a:t>• Sculpture and 3D artistic forms</a:t>
            </a:r>
          </a:p>
          <a:p>
            <a:r>
              <a:t>• Logo and visual identity design</a:t>
            </a:r>
          </a:p>
          <a:p>
            <a:r>
              <a:t>• Portrait drawing and painting</a:t>
            </a:r>
          </a:p>
          <a:p>
            <a:endParaRPr/>
          </a:p>
          <a:p>
            <a:r>
              <a:t>This creative mindset strengthens my problem-solving and system design skills.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&amp; Media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Education:</a:t>
            </a:r>
          </a:p>
          <a:p>
            <a:r>
              <a:t>• Graphic Design – Kamalolmolk (2011)</a:t>
            </a:r>
          </a:p>
          <a:p>
            <a:r>
              <a:t>• Python – Harvard (EDX, 2020)</a:t>
            </a:r>
          </a:p>
          <a:p>
            <a:r>
              <a:t>• DevOps &amp; Cloud – Arvan Academy (2025)</a:t>
            </a:r>
          </a:p>
          <a:p>
            <a:endParaRPr/>
          </a:p>
          <a:p>
            <a:r>
              <a:t>Educational content creator on YouTube, Telegram, and Instagram (AcronProject).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highly motivated to join a team where I can contribute backend expertise, data-focused thinking, and continuous learning.</a:t>
            </a:r>
          </a:p>
          <a:p>
            <a:endParaRPr/>
          </a:p>
          <a:p>
            <a:r>
              <a:t>Thank you for your time and consideration.</a:t>
            </a:r>
          </a:p>
          <a:p>
            <a:endParaRPr/>
          </a:p>
          <a:p>
            <a:r>
              <a:t>Kind regards,</a:t>
            </a:r>
          </a:p>
          <a:p>
            <a:r>
              <a:t>Sina Lalehbakhsh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297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Cover Letter</vt:lpstr>
      <vt:lpstr>Introduction</vt:lpstr>
      <vt:lpstr>Technical Background</vt:lpstr>
      <vt:lpstr>DevOps &amp; Cloud Experience</vt:lpstr>
      <vt:lpstr>Open Source &amp; Projects</vt:lpstr>
      <vt:lpstr>Art Impact &amp; Creative Background</vt:lpstr>
      <vt:lpstr>Education &amp; Media Work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sina</cp:lastModifiedBy>
  <cp:revision>2</cp:revision>
  <dcterms:created xsi:type="dcterms:W3CDTF">2013-01-27T09:14:16Z</dcterms:created>
  <dcterms:modified xsi:type="dcterms:W3CDTF">2026-01-01T11:20:36Z</dcterms:modified>
  <cp:category/>
</cp:coreProperties>
</file>